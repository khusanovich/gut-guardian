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14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8BFBE-3529-4454-AE3D-56883620560E}" type="datetimeFigureOut">
              <a:rPr lang="en-IN" smtClean="0"/>
              <a:t>19/07/26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156AF-9B6F-40E0-AB57-6D732F73E2A8}" type="slidenum">
              <a:rPr lang="en-IN" smtClean="0"/>
              <a:t>‹Nr.›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87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156AF-9B6F-40E0-AB57-6D732F73E2A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412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6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7373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Gut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E0D8"/>
                </a:solidFill>
                <a:latin typeface="Calibri"/>
              </a:defRPr>
            </a:pPr>
            <a:r>
              <a:t>Gamifying Gut Health Through a Detective Mystery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520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C0B8"/>
                </a:solidFill>
                <a:latin typeface="Calibri"/>
              </a:defRPr>
            </a:pPr>
            <a:r>
              <a:t>Final Project Presentation  |  Gamification in Mobile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731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0A098"/>
                </a:solidFill>
                <a:latin typeface="Calibri"/>
              </a:defRPr>
            </a:pPr>
            <a:r>
              <a:rPr lang="en-IN" dirty="0"/>
              <a:t>TEAM :                  </a:t>
            </a:r>
            <a:r>
              <a:rPr lang="en-US" sz="1400" dirty="0" err="1">
                <a:solidFill>
                  <a:srgbClr val="FFFFFF"/>
                </a:solidFill>
              </a:rPr>
              <a:t>Asliddin Ergashev</a:t>
            </a:r>
            <a:r>
              <a:rPr lang="en-US" sz="1400" dirty="0">
                <a:solidFill>
                  <a:srgbClr val="FFFFFF"/>
                </a:solidFill>
              </a:rPr>
              <a:t>                Stefan Ober                      Khawar Khan</a:t>
            </a:r>
          </a:p>
          <a:p>
            <a:pPr>
              <a:defRPr sz="1400" b="0">
                <a:solidFill>
                  <a:srgbClr val="70A098"/>
                </a:solidFill>
                <a:latin typeface="Calibri"/>
              </a:defRPr>
            </a:pPr>
            <a:endParaRPr lang="en-US" sz="1400" dirty="0">
              <a:solidFill>
                <a:srgbClr val="FFFFFF"/>
              </a:solidFill>
            </a:endParaRPr>
          </a:p>
          <a:p>
            <a:pPr>
              <a:defRPr sz="1400" b="0">
                <a:solidFill>
                  <a:srgbClr val="70A098"/>
                </a:solidFill>
                <a:latin typeface="Calibri"/>
              </a:defRPr>
            </a:pPr>
            <a:r>
              <a:rPr lang="en-US" sz="1400" dirty="0">
                <a:solidFill>
                  <a:srgbClr val="FFFFFF"/>
                </a:solidFill>
              </a:rPr>
              <a:t>                         OTTO </a:t>
            </a:r>
            <a:r>
              <a:rPr lang="de-DE" sz="1400" dirty="0">
                <a:solidFill>
                  <a:srgbClr val="FFFFFF"/>
                </a:solidFill>
              </a:rPr>
              <a:t>– Friedrich Universitat BAMBERG     </a:t>
            </a:r>
            <a:r>
              <a:rPr lang="en-US" sz="1400" dirty="0">
                <a:solidFill>
                  <a:schemeClr val="bg1"/>
                </a:solidFill>
              </a:rPr>
              <a:t>Gamified Systems 2026</a:t>
            </a:r>
          </a:p>
          <a:p>
            <a:pPr algn="l">
              <a:defRPr sz="1400" b="0">
                <a:solidFill>
                  <a:srgbClr val="70A098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Project Overview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Problem &amp; Motivation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Key Features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Gamification Elements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App Screens &amp; Demo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Technical Implementation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Conclusion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0E0D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Gut Guardian?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EEE8"/>
                </a:solidFill>
                <a:latin typeface="Calibri"/>
              </a:defRPr>
            </a:pPr>
            <a:r>
              <a:t>Your 14-Day Health Detective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A mobile health app that gamifies gut health tracking over a 14-day investigation period.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Users log meals and symptoms daily to discover patterns and identify food sensitivities.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The experience is framed as a detective mystery — users solve their own health case.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Platform: React Native with Expo (cross-platform iOS &amp; Android).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Goal: make daily health tracking engaging, structured, and rewarding.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Many people experience bloating, fatigue, and headaches after meals but cannot identify triggers.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Traditional food diaries are tedious and users stop logging within days.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Health apps often feel clinical — there is no story, reward, or sense of progress.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Gut Guardian addresses this by combining health tracking with gamification and narrative.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Users stay motivated through missions, XP, badges, and a clear 14-day goal.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0E0D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Detective / Mystery Theme — users are detectives solving their gut health mystery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14-Day Investigation — structured tracking period with daily missions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Meal &amp; Symptom Logging — easy interface for recording meals and how users feel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Evidence Board — visual dashboard showing food–symptom connections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XP &amp; Level System — gamification through points and progression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Progress Calendar — visual 14-day calendar with color-coded completed days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Case File — personal health insights and discovered patterns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Interactive Guide Character — animated detective guide that helps throughout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Reward System — unlockable badges and achievements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Splash Screen &amp; Welcome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khawar_khan_AppData_Roaming_Cursor_User_workspaceStorage_empty-window_images_2026-07-19_14.56.12.jpg-d8f10348-fb0a-4d76-8789-424621cd78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991088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Detective-themed welcome screen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Tagline: Your 14-Day Health Detective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Guide character introduces the mystery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Track Meals &amp; Find Patterns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Start Your Journey call-to-action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Chapter 1 — The First Clue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khawar_khan_AppData_Roaming_Cursor_User_workspaceStorage_empty-window_images_2026-07-19_14.57.04.jpg-ab4bc54d-7bcd-4d91-b079-32bf159c2a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991088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Narrative onboarding with storytelling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14-day investigation introduced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Dr. Microbe guides the user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Each meal logged becomes a clue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Day 14 reveals the solved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Home Screen &amp; Daily 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khawar_khan_AppData_Roaming_Cursor_User_workspaceStorage_empty-window_images_2026-07-19_14.57.10.jpg-ec14cbd4-ceb0-48e9-8264-603e1d3f2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95795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Detective profile: name, level, rank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XP progress bar (100 / 300 XP)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Today's Mission: Log your lunch (+20 XP)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Quick access: Investigate, Calendar, Case File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Streak counter rewards daily consistency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Meal &amp; Symptom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khawar_khan_AppData_Roaming_Cursor_User_workspaceStorage_empty-window_images_2026-07-19_14.57.41.jpg-b1807373-d538-440b-9d7f-c536a9ccc5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95322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Select meal type: Breakfast, Lunch, Dinner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Free-text input for what you ate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One-tap symptom buttons with emojis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Severity scale from 1 to 5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Submit earns +10 XP instantly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14-Day Progress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khawar_khan_AppData_Roaming_Cursor_User_workspaceStorage_empty-window_images_2026-07-19_14.57.14.jpg-1850ddd3-2b8e-4c1d-9246-d33146dc87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97215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Day 8 of 14 with progress bar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Color-coded day tiles: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  Green = Done  |  Yellow = Today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  Pink = Missed  |  Blue = Future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Encouragement: Keep going!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Case File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khawar_khan_AppData_Roaming_Cursor_User_workspaceStorage_empty-window_images_2026-07-19_14.57.45.jpg-123a9d39-9729-467b-b27f-d19d85831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95795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Rank, Streak, XP, and Clarity stats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View Evidence Board button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Badge grid: earned vs locked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Weekly progress tracker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Recent clues highlight patterns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Badges &amp; Recent Clues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khawar_khan_AppData_Roaming_Cursor_User_workspaceStorage_empty-window_images_2026-07-19_14.58.57.jpg-5cd095dc-59b3-4c25-a3ff-4c307ec91f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97215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First Clue badge earned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Week 1 Survivor, Pattern Finder, Gut Hero locked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Weekly progress with daily checkmarks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Clue cards show symptom patterns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Give Feedback option included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Profile &amp; Day 14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khawar_khan_AppData_Roaming_Cursor_User_workspaceStorage_empty-window_images_2026-07-19_14.57.52.jpg-438cfe95-1390-4bb6-9b25-5a52f887ee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95795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Detective avatar and rank display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XP, Streak, and Badges summary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Evidence Board and Story Recap links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Reveal Day 14 Verdict — final payoff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• Identifies food sensitivities and patterns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0E0D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Gamification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Gamification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931920" cy="484632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9C8A"/>
                </a:solidFill>
                <a:latin typeface="Calibri"/>
              </a:defRPr>
            </a:pPr>
            <a:r>
              <a:t>Core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Detective narrative and storytelling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XP points for completing daily logs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Level progression system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Visual progress tracking (color-coded calendar)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Achievement badges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Mission-based structure (Today's Mission)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Animated feedback and rewards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Guide character for onboarding and tips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931920" cy="484632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9C8A"/>
                </a:solidFill>
                <a:latin typeface="Calibri"/>
              </a:defRPr>
            </a:pPr>
            <a:r>
              <a:t>User Experience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Turns boring logging into an investigation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Daily missions give clear goals each day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XP and levels show visible progress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Streaks encourage consistent daily use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Badges create aspirational milestones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Calendar gives instant visual feedback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Day 14 Verdict provides story closure</a:t>
            </a:r>
          </a:p>
          <a:p>
            <a:pPr>
              <a:spcAft>
                <a:spcPts val="600"/>
              </a:spcAft>
              <a:defRPr sz="1500">
                <a:solidFill>
                  <a:srgbClr val="1E2A3A"/>
                </a:solidFill>
              </a:defRPr>
            </a:pPr>
            <a:r>
              <a:t>• Guide character reduces onboarding friction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0E0D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0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rPr dirty="0"/>
              <a:t>Platform: React Native with </a:t>
            </a:r>
            <a:r>
              <a:rPr lang="en-IN" dirty="0"/>
              <a:t>Figma prototype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rPr dirty="0"/>
              <a:t>Cross-platform: single codebase for iOS and Android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rPr dirty="0"/>
              <a:t>Navigation: tab bar (Home, Investigate, Case File, Profile)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rPr dirty="0"/>
              <a:t>Stack screens: Log Meal, Calendar, Evidence Board, Verdict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rPr dirty="0"/>
              <a:t>Local data storage for meal logs, symptoms, XP, and badges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rPr dirty="0"/>
              <a:t>Gamification engine: XP calculator, level thresholds, badge unlocks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rPr dirty="0"/>
              <a:t>Component-based architecture for screens and reusable UI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rPr dirty="0"/>
              <a:t>Modular design ready for future backend and AI integration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Gut Guardian transforms gut health tracking into an engaging 14-day detective mystery.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Gamification — XP, levels, badges, missions, and streaks — drives daily engagement.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The narrative framework makes health data feel meaningful, not clinical.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Built with React Native and Expo for rapid cross-platform development.</a:t>
            </a:r>
          </a:p>
          <a:p>
            <a:pPr>
              <a:spcAft>
                <a:spcPts val="1000"/>
              </a:spcAft>
              <a:defRPr sz="1700">
                <a:solidFill>
                  <a:srgbClr val="1E2A3A"/>
                </a:solidFill>
                <a:latin typeface="Calibri"/>
              </a:defRPr>
            </a:pPr>
            <a:r>
              <a:t>Every meal is a clue. Every day is progress. Day 14 reveals the truth.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6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8E0D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C0B8"/>
                </a:solidFill>
                <a:latin typeface="Calibri"/>
              </a:defRPr>
            </a:pPr>
            <a:r>
              <a:rPr dirty="0"/>
              <a:t>Gut Guardian — Your 14-Day Health Detective</a:t>
            </a:r>
            <a:br>
              <a:rPr dirty="0"/>
            </a:br>
            <a:r>
              <a:rPr dirty="0"/>
              <a:t>React Native</a:t>
            </a:r>
            <a:r>
              <a:rPr lang="en-IN" dirty="0"/>
              <a:t> App</a:t>
            </a:r>
            <a:r>
              <a:rPr dirty="0"/>
              <a:t>  |  Expo  |  Gamification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</Words>
  <Application>Microsoft Macintosh PowerPoint</Application>
  <PresentationFormat>Bildschirmpräsentation (4:3)</PresentationFormat>
  <Paragraphs>131</Paragraphs>
  <Slides>21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Asliddin Ergashev</cp:lastModifiedBy>
  <cp:revision>3</cp:revision>
  <dcterms:created xsi:type="dcterms:W3CDTF">2013-01-27T09:14:16Z</dcterms:created>
  <dcterms:modified xsi:type="dcterms:W3CDTF">2026-07-19T20:18:06Z</dcterms:modified>
  <cp:category/>
</cp:coreProperties>
</file>